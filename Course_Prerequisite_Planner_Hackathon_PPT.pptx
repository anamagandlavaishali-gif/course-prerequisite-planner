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B"/>
                </a:solidFill>
                <a:latin typeface="Aptos"/>
              </a:rPr>
              <a:t>HACKATHON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69494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Course Prerequisite
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3AEC2"/>
                </a:solidFill>
                <a:latin typeface="Aptos"/>
              </a:rPr>
              <a:t>Plan the right course sequence by making prerequisite dependencies visible and actionable.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1828800" cy="566928"/>
          </a:xfrm>
          <a:prstGeom prst="roundRect">
            <a:avLst/>
          </a:prstGeom>
          <a:solidFill>
            <a:srgbClr val="1D2943"/>
          </a:solidFill>
          <a:ln w="19050">
            <a:solidFill>
              <a:srgbClr val="4F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02752" y="134416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Programming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2103120"/>
            <a:ext cx="1828800" cy="566928"/>
          </a:xfrm>
          <a:prstGeom prst="roundRect">
            <a:avLst/>
          </a:prstGeom>
          <a:solidFill>
            <a:srgbClr val="1D2943"/>
          </a:solidFill>
          <a:ln w="1905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20072" y="225856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Data Structures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246120"/>
            <a:ext cx="1828800" cy="566928"/>
          </a:xfrm>
          <a:prstGeom prst="roundRect">
            <a:avLst/>
          </a:prstGeom>
          <a:solidFill>
            <a:srgbClr val="1D2943"/>
          </a:solidFill>
          <a:ln w="1905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82712" y="340156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Algorithms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4069080"/>
            <a:ext cx="1828800" cy="566928"/>
          </a:xfrm>
          <a:prstGeom prst="roundRect">
            <a:avLst/>
          </a:prstGeom>
          <a:solidFill>
            <a:srgbClr val="1D2943"/>
          </a:solidFill>
          <a:ln w="19050">
            <a:solidFill>
              <a:srgbClr val="3A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1512" y="422452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DBMS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074920"/>
            <a:ext cx="1828800" cy="566928"/>
          </a:xfrm>
          <a:prstGeom prst="roundRect">
            <a:avLst/>
          </a:prstGeom>
          <a:solidFill>
            <a:srgbClr val="1D2943"/>
          </a:solidFill>
          <a:ln w="1905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57031" y="523036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Advanced CS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1755648"/>
            <a:ext cx="502920" cy="347472"/>
          </a:xfrm>
          <a:prstGeom prst="line">
            <a:avLst/>
          </a:prstGeom>
          <a:ln w="19050">
            <a:solidFill>
              <a:srgbClr val="A3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915400" y="2670048"/>
            <a:ext cx="731520" cy="576072"/>
          </a:xfrm>
          <a:prstGeom prst="line">
            <a:avLst/>
          </a:prstGeom>
          <a:ln w="19050">
            <a:solidFill>
              <a:srgbClr val="A3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98280" y="3813048"/>
            <a:ext cx="640080" cy="256032"/>
          </a:xfrm>
          <a:prstGeom prst="line">
            <a:avLst/>
          </a:prstGeom>
          <a:ln w="19050">
            <a:solidFill>
              <a:srgbClr val="A3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144000" y="4636008"/>
            <a:ext cx="594360" cy="438912"/>
          </a:xfrm>
          <a:prstGeom prst="line">
            <a:avLst/>
          </a:prstGeom>
          <a:ln w="19050">
            <a:solidFill>
              <a:srgbClr val="A3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7150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687568"/>
            <a:ext cx="4114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F8FAFC"/>
                </a:solidFill>
                <a:latin typeface="Aptos"/>
              </a:rPr>
              <a:t>[</a:t>
            </a:r>
            <a:r>
              <a:rPr lang="en-US" sz="1200" dirty="0">
                <a:solidFill>
                  <a:srgbClr val="F8FAFC"/>
                </a:solidFill>
                <a:latin typeface="Aptos"/>
              </a:rPr>
              <a:t>A.VAISHALI 25MVCSMR0190</a:t>
            </a:r>
          </a:p>
          <a:p>
            <a:pPr algn="l"/>
            <a:r>
              <a:rPr lang="en-US" sz="1200" b="0" dirty="0">
                <a:solidFill>
                  <a:srgbClr val="F8FAFC"/>
                </a:solidFill>
                <a:latin typeface="Aptos"/>
              </a:rPr>
              <a:t>A.KEERTH</a:t>
            </a:r>
            <a:r>
              <a:rPr lang="en-US" sz="1200" dirty="0">
                <a:solidFill>
                  <a:srgbClr val="F8FAFC"/>
                </a:solidFill>
                <a:latin typeface="Aptos"/>
              </a:rPr>
              <a:t>I 25MVCSMR0192</a:t>
            </a:r>
          </a:p>
          <a:p>
            <a:pPr algn="l"/>
            <a:r>
              <a:rPr lang="en-US" sz="1200" b="0" dirty="0">
                <a:solidFill>
                  <a:srgbClr val="F8FAFC"/>
                </a:solidFill>
                <a:latin typeface="Aptos"/>
              </a:rPr>
              <a:t>B.MANASA 25MVCSMR0196</a:t>
            </a:r>
          </a:p>
          <a:p>
            <a:pPr algn="l"/>
            <a:r>
              <a:rPr lang="en-US" sz="1200" dirty="0">
                <a:solidFill>
                  <a:srgbClr val="F8FAFC"/>
                </a:solidFill>
                <a:latin typeface="Aptos"/>
              </a:rPr>
              <a:t>K.SPANDANA 25MVCSMR0224</a:t>
            </a:r>
            <a:r>
              <a:rPr sz="1200" b="0" dirty="0">
                <a:solidFill>
                  <a:srgbClr val="F8FAFC"/>
                </a:solidFill>
                <a:latin typeface="Aptos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01  / 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Students don’t just choose courses — they navigate dependencies.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EC2"/>
                </a:solidFill>
                <a:latin typeface="Aptos"/>
              </a:rPr>
              <a:t>A prerequisite chain can turn an apparently simple semester choice into a multi-semester planning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74720" cy="324612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313432"/>
            <a:ext cx="30723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B"/>
                </a:solidFill>
                <a:latin typeface="Aptos"/>
              </a:rPr>
              <a:t>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15768"/>
            <a:ext cx="3072384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Course catalogs are often difficult to reason about as a whole. Students may know individual prerequisites but still struggle to see the complete dependency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48840"/>
            <a:ext cx="3474720" cy="324612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313432"/>
            <a:ext cx="30723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B"/>
                </a:solidFill>
                <a:latin typeface="Aptos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15768"/>
            <a:ext cx="3072384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Taking a course too early can block registration. Taking a course too late can delay downstream courses and make graduation planning harder.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2148840"/>
            <a:ext cx="3429000" cy="324612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2313432"/>
            <a:ext cx="30266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B"/>
                </a:solidFill>
                <a:latin typeface="Aptos"/>
              </a:rPr>
              <a:t>KEY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15768"/>
            <a:ext cx="3026664" cy="2532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• Many-to-one dependencies
• Long prerequisite chains
• Detecting impossible/cyclic dependencies
• Turning rules into a usable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CORE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760720"/>
            <a:ext cx="8869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Treat the curriculum as a dependency graph — not a flat 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02  / 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03 •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From course list → dependency map → actionable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3AEC2"/>
                </a:solidFill>
                <a:latin typeface="Aptos"/>
              </a:rPr>
              <a:t>The core idea is to make prerequisite logic computational, visual, and easy to follow.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3429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221992"/>
            <a:ext cx="22037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Aptos"/>
              </a:rPr>
              <a:t>01 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24328"/>
            <a:ext cx="220370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Represent each course as a node and each prerequisite relationship as a directed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057400"/>
            <a:ext cx="2606040" cy="3429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2221992"/>
            <a:ext cx="22037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B"/>
                </a:solidFill>
                <a:latin typeface="Aptos"/>
              </a:rPr>
              <a:t>02 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624328"/>
            <a:ext cx="220370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Use dependency-aware graph processing to determine valid course order.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2057400"/>
            <a:ext cx="2606040" cy="3429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2221992"/>
            <a:ext cx="22037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A70FF"/>
                </a:solidFill>
                <a:latin typeface="Aptos"/>
              </a:rPr>
              <a:t>03  VALIDATE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624328"/>
            <a:ext cx="220370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Detect dependency conflicts/cycles that make a sequence impossible.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4" y="2057400"/>
            <a:ext cx="2331720" cy="3429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2221992"/>
            <a:ext cx="19293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AD291"/>
                </a:solidFill>
                <a:latin typeface="Aptos"/>
              </a:rPr>
              <a:t>04 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624328"/>
            <a:ext cx="1929384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Turn the valid dependency order into a practical learning roadmap.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76986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✓ Prerequisite mapping    ✓ Valid ordering    ✓ Dependency validation    ✓ Semester-oriented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03  / 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04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A simple pipeline from student input to a valid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2057400" cy="1508760"/>
          </a:xfrm>
          <a:prstGeom prst="roundRect">
            <a:avLst/>
          </a:prstGeom>
          <a:solidFill>
            <a:srgbClr val="172137"/>
          </a:solidFill>
          <a:ln w="25400">
            <a:solidFill>
              <a:srgbClr val="4F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257860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F7CFF"/>
                </a:solidFill>
                <a:latin typeface="Apto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017520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Courses + prerequisite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28163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3AEC2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331720"/>
            <a:ext cx="2057400" cy="1508760"/>
          </a:xfrm>
          <a:prstGeom prst="roundRect">
            <a:avLst/>
          </a:prstGeom>
          <a:solidFill>
            <a:srgbClr val="172137"/>
          </a:solidFill>
          <a:ln w="25400">
            <a:solidFill>
              <a:srgbClr val="34D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368" y="257860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4D3EB"/>
                </a:solidFill>
                <a:latin typeface="Aptos"/>
              </a:rPr>
              <a:t>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3017520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Build dependency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8163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3AEC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331720"/>
            <a:ext cx="2057400" cy="1508760"/>
          </a:xfrm>
          <a:prstGeom prst="roundRect">
            <a:avLst/>
          </a:prstGeom>
          <a:solidFill>
            <a:srgbClr val="172137"/>
          </a:solidFill>
          <a:ln w="25400">
            <a:solidFill>
              <a:srgbClr val="9A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257860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9A70FF"/>
                </a:solidFill>
                <a:latin typeface="Aptos"/>
              </a:rPr>
              <a:t>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1" y="3017520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Resolve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9" y="28163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3AEC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331720"/>
            <a:ext cx="2057400" cy="1508760"/>
          </a:xfrm>
          <a:prstGeom prst="roundRect">
            <a:avLst/>
          </a:prstGeom>
          <a:solidFill>
            <a:srgbClr val="172137"/>
          </a:solidFill>
          <a:ln w="254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07807" y="257860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AB40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3017520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Check for cycles/conflicts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1635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3AEC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331720"/>
            <a:ext cx="2057400" cy="1508760"/>
          </a:xfrm>
          <a:prstGeom prst="roundRect">
            <a:avLst/>
          </a:prstGeom>
          <a:solidFill>
            <a:srgbClr val="172137"/>
          </a:solidFill>
          <a:ln w="25400">
            <a:solidFill>
              <a:srgbClr val="3A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39528" y="2578608"/>
            <a:ext cx="18379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AD291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3017520"/>
            <a:ext cx="172821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F8FAFC"/>
                </a:solidFill>
                <a:latin typeface="Aptos"/>
              </a:rPr>
              <a:t>Recommended sequence /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434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USER JOURNEY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3659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1. Select / enter courses   →   2. Define prerequisites   →   3. Run planner   →   4. Review valid order   →   5. Follow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150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3AEC2"/>
                </a:solidFill>
                <a:latin typeface="Aptos"/>
              </a:rPr>
              <a:t>Design principle: make dependency logic understandable before asking the user to act on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04  / 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05 •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Graph algorithms are a natural fit for prerequisite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3337560" cy="361188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22199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Aptos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624328"/>
            <a:ext cx="2935224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Project type: web-based / software solution
Repository-specific libraries and framework details should be inserted here after the repository is accessible.
[Add: frontend • backend • database]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057400"/>
            <a:ext cx="3337560" cy="361188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222199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4D3EB"/>
                </a:solidFill>
                <a:latin typeface="Aptos"/>
              </a:rPr>
              <a:t>MAIN ALGORITHMIC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2624328"/>
            <a:ext cx="2935224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Directed Graph
Topological ordering can produce a valid prerequisite-respecting sequence when the dependency graph is acyclic.
Cycle detection identifies impossible dependency loops.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2057400"/>
            <a:ext cx="3730752" cy="361188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0144" y="2221992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A70FF"/>
                </a:solidFill>
                <a:latin typeface="Aptos"/>
              </a:rPr>
              <a:t>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2624328"/>
            <a:ext cx="3328416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For a graph with V courses and E prerequisite links:
Topological sorting: O(V + E)
Cycle detection during graph traversal: O(V + E)
This scales linearly with the size of the dependency graph.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253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WHY THIS APPROACH?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879592"/>
            <a:ext cx="9144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Prerequisites are inherently directional dependencies, so graph theory maps directly onto the problem.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05  / 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4D3EB"/>
                </a:solidFill>
                <a:latin typeface="Aptos"/>
              </a:rPr>
              <a:t>06 •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  <a:latin typeface="Aptos"/>
              </a:rPr>
              <a:t>Show the judge the transformation — not just the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6400800" cy="3886200"/>
          </a:xfrm>
          <a:prstGeom prst="roundRect">
            <a:avLst/>
          </a:prstGeom>
          <a:solidFill>
            <a:srgbClr val="172137"/>
          </a:solidFill>
          <a:ln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2402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B"/>
                </a:solidFill>
                <a:latin typeface="Aptos"/>
              </a:rPr>
              <a:t>SAMPLE PLANNER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78892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Semester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7889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Programming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7889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C2"/>
                </a:solidFill>
                <a:latin typeface="Aptos"/>
              </a:rPr>
              <a:t>Unlocked: Data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47287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Semester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447287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447287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C2"/>
                </a:solidFill>
                <a:latin typeface="Aptos"/>
              </a:rPr>
              <a:t>Unlocked: Algorithms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05655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Semester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105655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Algorithms + DBMS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105655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C2"/>
                </a:solidFill>
                <a:latin typeface="Aptos"/>
              </a:rPr>
              <a:t>Ready for advanced courses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764023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Semester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764023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Advanced 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764023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3AEC2"/>
                </a:solidFill>
                <a:latin typeface="Aptos"/>
              </a:rPr>
              <a:t>Dependency chain completed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965960"/>
            <a:ext cx="4224528" cy="1143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2130552"/>
            <a:ext cx="38221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AD291"/>
                </a:solidFill>
                <a:latin typeface="Aptos"/>
              </a:rPr>
              <a:t>FASTER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532888"/>
            <a:ext cx="3822191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Students can reason about the whole dependency chain instead of checking courses one-by-one.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310128"/>
            <a:ext cx="4224528" cy="114300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16368" y="3474720"/>
            <a:ext cx="38221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AB40"/>
                </a:solidFill>
                <a:latin typeface="Aptos"/>
              </a:rPr>
              <a:t>FEWER PREREQUISITE ERRORS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3877056"/>
            <a:ext cx="3822191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Validation helps surface invalid or circular dependency structures early.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654296"/>
            <a:ext cx="4224528" cy="1197864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6368" y="4818888"/>
            <a:ext cx="382219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D3EB"/>
                </a:solidFill>
                <a:latin typeface="Aptos"/>
              </a:rPr>
              <a:t>PRACTICAL 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5221224"/>
            <a:ext cx="3822191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8FAFC"/>
                </a:solidFill>
                <a:latin typeface="Aptos"/>
              </a:rPr>
              <a:t>A clear sequence can support semester planning and reduce avoidable delays.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0819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3AEC2"/>
                </a:solidFill>
                <a:latin typeface="Aptos"/>
              </a:rPr>
              <a:t>DEMO NOTE  •  Replace this mock output with 1–2 screenshots from the actual application before presenting.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06  / 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4D3EB"/>
                </a:solidFill>
                <a:latin typeface="Aptos"/>
              </a:rPr>
              <a:t>07 •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7863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Make academic planning
predictive, personalized, and scalable.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788920"/>
            <a:ext cx="3337560" cy="242316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295351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Aptos"/>
              </a:rPr>
              <a:t>CURRENT ACHIEVEMENT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3355848"/>
            <a:ext cx="2935224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A graph-based concept for representing prerequisite relationships, validating dependencies, and producing a logical course sequence.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2788920"/>
            <a:ext cx="3337560" cy="242316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2953512"/>
            <a:ext cx="293522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A70FF"/>
                </a:solidFill>
                <a:latin typeface="Aptos"/>
              </a:rPr>
              <a:t>NEXT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5696" y="3355848"/>
            <a:ext cx="2935224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• Student profile &amp; completed courses
• Credit / workload limits
• Elective &amp; degree requirements
• Visual dependency graph
• Smarter semester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90688" y="2788920"/>
            <a:ext cx="3749039" cy="2423160"/>
          </a:xfrm>
          <a:prstGeom prst="roundRect">
            <a:avLst/>
          </a:prstGeom>
          <a:solidFill>
            <a:srgbClr val="172137"/>
          </a:solidFill>
          <a:ln w="12700">
            <a:solidFill>
              <a:srgbClr val="2D3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91856" y="2953512"/>
            <a:ext cx="3346703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AD291"/>
                </a:solidFill>
                <a:latin typeface="Aptos"/>
              </a:rPr>
              <a:t>SCALABILITY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3355848"/>
            <a:ext cx="3346703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Support larger catalogs, multiple programs, richer constraints, and institution-specific rules while keeping the dependency engine efficient.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7784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4D3EB"/>
                </a:solidFill>
                <a:latin typeface="Aptos"/>
              </a:rPr>
              <a:t>FINAL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504688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8FAFC"/>
                </a:solidFill>
                <a:latin typeface="Aptos"/>
              </a:rPr>
              <a:t>“Don’t just list courses. Understand what unlocks what — and plan from there.”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996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A3AEC2"/>
                </a:solidFill>
                <a:latin typeface="Aptos"/>
              </a:rPr>
              <a:t>THANK YOU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3AEC2"/>
                </a:solidFill>
                <a:latin typeface="Aptos"/>
              </a:rPr>
              <a:t>07  / 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746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Prerequisite Planner — 7-Slide Hackathon Pitch</dc:title>
  <dc:subject>Hackathon presentation</dc:subject>
  <dc:creator>Prepared with ChatGPT</dc:creator>
  <cp:keywords>course planner, prerequisites, graph algorithms, hackathon</cp:keywords>
  <dc:description>generated using python-pptx</dc:description>
  <cp:lastModifiedBy>P Sirivennela</cp:lastModifiedBy>
  <cp:revision>2</cp:revision>
  <dcterms:created xsi:type="dcterms:W3CDTF">2013-01-27T09:14:16Z</dcterms:created>
  <dcterms:modified xsi:type="dcterms:W3CDTF">2026-10-03T08:44:55Z</dcterms:modified>
  <cp:category/>
</cp:coreProperties>
</file>